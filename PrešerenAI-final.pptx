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4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23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C2E0FF-2805-4EA4-AF53-68EEB939AA33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2D64553-79F0-4450-A67B-F00909E43307}">
      <dgm:prSet/>
      <dgm:spPr/>
      <dgm:t>
        <a:bodyPr/>
        <a:lstStyle/>
        <a:p>
          <a:r>
            <a:rPr lang="sl-SI"/>
            <a:t>OpenAI - ChatGPT</a:t>
          </a:r>
          <a:endParaRPr lang="en-US"/>
        </a:p>
      </dgm:t>
    </dgm:pt>
    <dgm:pt modelId="{A29F2AAC-187B-44D5-9CE5-267678630A72}" type="parTrans" cxnId="{F6DAE824-A595-4048-AFD6-3E638862178A}">
      <dgm:prSet/>
      <dgm:spPr/>
      <dgm:t>
        <a:bodyPr/>
        <a:lstStyle/>
        <a:p>
          <a:endParaRPr lang="en-US"/>
        </a:p>
      </dgm:t>
    </dgm:pt>
    <dgm:pt modelId="{2211CC95-4BD2-489B-901A-17D916B74B81}" type="sibTrans" cxnId="{F6DAE824-A595-4048-AFD6-3E638862178A}">
      <dgm:prSet/>
      <dgm:spPr/>
      <dgm:t>
        <a:bodyPr/>
        <a:lstStyle/>
        <a:p>
          <a:endParaRPr lang="en-US"/>
        </a:p>
      </dgm:t>
    </dgm:pt>
    <dgm:pt modelId="{8E467830-3109-48C7-8011-32D1C8048A33}">
      <dgm:prSet/>
      <dgm:spPr/>
      <dgm:t>
        <a:bodyPr/>
        <a:lstStyle/>
        <a:p>
          <a:r>
            <a:rPr lang="sl-SI"/>
            <a:t>Hugging Face - gradio</a:t>
          </a:r>
          <a:endParaRPr lang="en-US"/>
        </a:p>
      </dgm:t>
    </dgm:pt>
    <dgm:pt modelId="{8F9E26CC-648A-48D2-B8BB-5BA88D5DF5AC}" type="parTrans" cxnId="{C898696D-69D0-4D08-AF5D-E80906A8F178}">
      <dgm:prSet/>
      <dgm:spPr/>
      <dgm:t>
        <a:bodyPr/>
        <a:lstStyle/>
        <a:p>
          <a:endParaRPr lang="en-US"/>
        </a:p>
      </dgm:t>
    </dgm:pt>
    <dgm:pt modelId="{E821668E-4602-48A3-B503-B1EE61338BDC}" type="sibTrans" cxnId="{C898696D-69D0-4D08-AF5D-E80906A8F178}">
      <dgm:prSet/>
      <dgm:spPr/>
      <dgm:t>
        <a:bodyPr/>
        <a:lstStyle/>
        <a:p>
          <a:endParaRPr lang="en-US"/>
        </a:p>
      </dgm:t>
    </dgm:pt>
    <dgm:pt modelId="{3A7B0F02-0917-4779-8A06-F0C4B8DFA17B}">
      <dgm:prSet/>
      <dgm:spPr/>
      <dgm:t>
        <a:bodyPr/>
        <a:lstStyle/>
        <a:p>
          <a:r>
            <a:rPr lang="sl-SI"/>
            <a:t>Azure AI - ponuja dostop do več AI orodij</a:t>
          </a:r>
          <a:endParaRPr lang="en-US"/>
        </a:p>
      </dgm:t>
    </dgm:pt>
    <dgm:pt modelId="{BE2CD1DA-BA76-409F-A009-A136A30AFB9D}" type="parTrans" cxnId="{86463E44-A2D6-44EC-8DD7-7A6E10789378}">
      <dgm:prSet/>
      <dgm:spPr/>
      <dgm:t>
        <a:bodyPr/>
        <a:lstStyle/>
        <a:p>
          <a:endParaRPr lang="en-US"/>
        </a:p>
      </dgm:t>
    </dgm:pt>
    <dgm:pt modelId="{D93AFB79-3096-49F1-8193-A692DEF9A575}" type="sibTrans" cxnId="{86463E44-A2D6-44EC-8DD7-7A6E10789378}">
      <dgm:prSet/>
      <dgm:spPr/>
      <dgm:t>
        <a:bodyPr/>
        <a:lstStyle/>
        <a:p>
          <a:endParaRPr lang="en-US"/>
        </a:p>
      </dgm:t>
    </dgm:pt>
    <dgm:pt modelId="{32548AB7-1F29-4429-93C9-E1658C4FF02B}">
      <dgm:prSet/>
      <dgm:spPr/>
      <dgm:t>
        <a:bodyPr/>
        <a:lstStyle/>
        <a:p>
          <a:r>
            <a:rPr lang="sl-SI"/>
            <a:t>Gemini - omogoča pogovor preko API</a:t>
          </a:r>
          <a:endParaRPr lang="en-US"/>
        </a:p>
      </dgm:t>
    </dgm:pt>
    <dgm:pt modelId="{FB025AB7-1A5A-4CE7-A161-13CDB013BAEB}" type="parTrans" cxnId="{A9B261EF-AD0B-4ADC-8A92-7940952D52B4}">
      <dgm:prSet/>
      <dgm:spPr/>
      <dgm:t>
        <a:bodyPr/>
        <a:lstStyle/>
        <a:p>
          <a:endParaRPr lang="en-US"/>
        </a:p>
      </dgm:t>
    </dgm:pt>
    <dgm:pt modelId="{D87CA230-01F5-48F9-B386-8FC11FDCC6CE}" type="sibTrans" cxnId="{A9B261EF-AD0B-4ADC-8A92-7940952D52B4}">
      <dgm:prSet/>
      <dgm:spPr/>
      <dgm:t>
        <a:bodyPr/>
        <a:lstStyle/>
        <a:p>
          <a:endParaRPr lang="en-US"/>
        </a:p>
      </dgm:t>
    </dgm:pt>
    <dgm:pt modelId="{F79CFCAF-C92F-47F4-9A15-946D1ECCB1A0}">
      <dgm:prSet/>
      <dgm:spPr/>
      <dgm:t>
        <a:bodyPr/>
        <a:lstStyle/>
        <a:p>
          <a:r>
            <a:rPr lang="sl-SI"/>
            <a:t>Cohere - omogoča pogovor in modifikacijo, plačljiv</a:t>
          </a:r>
          <a:endParaRPr lang="en-US"/>
        </a:p>
      </dgm:t>
    </dgm:pt>
    <dgm:pt modelId="{E99D1FE4-28EF-4701-ADA6-D87D69A82826}" type="parTrans" cxnId="{CC9D96D3-5BC4-471D-A3B6-34D8EBDB184B}">
      <dgm:prSet/>
      <dgm:spPr/>
      <dgm:t>
        <a:bodyPr/>
        <a:lstStyle/>
        <a:p>
          <a:endParaRPr lang="en-US"/>
        </a:p>
      </dgm:t>
    </dgm:pt>
    <dgm:pt modelId="{4CA5E3C4-87A2-4E97-88D6-566AD8A69DBD}" type="sibTrans" cxnId="{CC9D96D3-5BC4-471D-A3B6-34D8EBDB184B}">
      <dgm:prSet/>
      <dgm:spPr/>
      <dgm:t>
        <a:bodyPr/>
        <a:lstStyle/>
        <a:p>
          <a:endParaRPr lang="en-US"/>
        </a:p>
      </dgm:t>
    </dgm:pt>
    <dgm:pt modelId="{1C59C519-50E1-4F8E-8C1E-6CC6028981D3}">
      <dgm:prSet/>
      <dgm:spPr/>
      <dgm:t>
        <a:bodyPr/>
        <a:lstStyle/>
        <a:p>
          <a:r>
            <a:rPr lang="sl-SI"/>
            <a:t>Claude - plačljiv</a:t>
          </a:r>
          <a:endParaRPr lang="en-US"/>
        </a:p>
      </dgm:t>
    </dgm:pt>
    <dgm:pt modelId="{43F3C595-5616-4758-995C-25BD762C0321}" type="parTrans" cxnId="{8AADD33D-6DB7-48B4-9FE1-DF06A43000AA}">
      <dgm:prSet/>
      <dgm:spPr/>
      <dgm:t>
        <a:bodyPr/>
        <a:lstStyle/>
        <a:p>
          <a:endParaRPr lang="en-US"/>
        </a:p>
      </dgm:t>
    </dgm:pt>
    <dgm:pt modelId="{FD9DEC83-CAB7-4CFC-9622-D8FE922A8FA3}" type="sibTrans" cxnId="{8AADD33D-6DB7-48B4-9FE1-DF06A43000AA}">
      <dgm:prSet/>
      <dgm:spPr/>
      <dgm:t>
        <a:bodyPr/>
        <a:lstStyle/>
        <a:p>
          <a:endParaRPr lang="en-US"/>
        </a:p>
      </dgm:t>
    </dgm:pt>
    <dgm:pt modelId="{290D7ACE-41D8-4FE9-ABF3-1DBF3DA7F55D}">
      <dgm:prSet/>
      <dgm:spPr/>
      <dgm:t>
        <a:bodyPr/>
        <a:lstStyle/>
        <a:p>
          <a:r>
            <a:rPr lang="sl-SI"/>
            <a:t>Llama-Meta AI - ni na voljo v SLO, razen če naložimo lokalni model</a:t>
          </a:r>
          <a:endParaRPr lang="en-US"/>
        </a:p>
      </dgm:t>
    </dgm:pt>
    <dgm:pt modelId="{5087AE33-1E08-470C-9CCD-69AA3C148C0B}" type="parTrans" cxnId="{6929BD4E-2D1A-44EA-A351-CE6247DC56CD}">
      <dgm:prSet/>
      <dgm:spPr/>
      <dgm:t>
        <a:bodyPr/>
        <a:lstStyle/>
        <a:p>
          <a:endParaRPr lang="en-US"/>
        </a:p>
      </dgm:t>
    </dgm:pt>
    <dgm:pt modelId="{60A5F200-A00C-49ED-8BE4-9337CC02B7FC}" type="sibTrans" cxnId="{6929BD4E-2D1A-44EA-A351-CE6247DC56CD}">
      <dgm:prSet/>
      <dgm:spPr/>
      <dgm:t>
        <a:bodyPr/>
        <a:lstStyle/>
        <a:p>
          <a:endParaRPr lang="en-US"/>
        </a:p>
      </dgm:t>
    </dgm:pt>
    <dgm:pt modelId="{008A6AD1-5C8C-420C-B71A-DBFAA72AFF71}" type="pres">
      <dgm:prSet presAssocID="{EFC2E0FF-2805-4EA4-AF53-68EEB939AA33}" presName="diagram" presStyleCnt="0">
        <dgm:presLayoutVars>
          <dgm:dir/>
          <dgm:resizeHandles val="exact"/>
        </dgm:presLayoutVars>
      </dgm:prSet>
      <dgm:spPr/>
    </dgm:pt>
    <dgm:pt modelId="{70FCA51F-A6CB-4C3C-A5D6-2DBE2369EF45}" type="pres">
      <dgm:prSet presAssocID="{12D64553-79F0-4450-A67B-F00909E43307}" presName="node" presStyleLbl="node1" presStyleIdx="0" presStyleCnt="7">
        <dgm:presLayoutVars>
          <dgm:bulletEnabled val="1"/>
        </dgm:presLayoutVars>
      </dgm:prSet>
      <dgm:spPr/>
    </dgm:pt>
    <dgm:pt modelId="{20905E0B-DA86-48EC-813B-ABA8F0A3500A}" type="pres">
      <dgm:prSet presAssocID="{2211CC95-4BD2-489B-901A-17D916B74B81}" presName="sibTrans" presStyleCnt="0"/>
      <dgm:spPr/>
    </dgm:pt>
    <dgm:pt modelId="{61A39C2D-C5AA-4105-B21E-F7F20CCF6008}" type="pres">
      <dgm:prSet presAssocID="{8E467830-3109-48C7-8011-32D1C8048A33}" presName="node" presStyleLbl="node1" presStyleIdx="1" presStyleCnt="7">
        <dgm:presLayoutVars>
          <dgm:bulletEnabled val="1"/>
        </dgm:presLayoutVars>
      </dgm:prSet>
      <dgm:spPr/>
    </dgm:pt>
    <dgm:pt modelId="{7206711E-6EBE-4F03-8E84-6095F129BD56}" type="pres">
      <dgm:prSet presAssocID="{E821668E-4602-48A3-B503-B1EE61338BDC}" presName="sibTrans" presStyleCnt="0"/>
      <dgm:spPr/>
    </dgm:pt>
    <dgm:pt modelId="{B624EDD1-A1F8-4461-B231-610764238BF6}" type="pres">
      <dgm:prSet presAssocID="{3A7B0F02-0917-4779-8A06-F0C4B8DFA17B}" presName="node" presStyleLbl="node1" presStyleIdx="2" presStyleCnt="7">
        <dgm:presLayoutVars>
          <dgm:bulletEnabled val="1"/>
        </dgm:presLayoutVars>
      </dgm:prSet>
      <dgm:spPr/>
    </dgm:pt>
    <dgm:pt modelId="{7D2034E7-9A17-4DA0-B597-8228A6F8B7AC}" type="pres">
      <dgm:prSet presAssocID="{D93AFB79-3096-49F1-8193-A692DEF9A575}" presName="sibTrans" presStyleCnt="0"/>
      <dgm:spPr/>
    </dgm:pt>
    <dgm:pt modelId="{0A837F73-471E-44BF-B02A-F79A93455E21}" type="pres">
      <dgm:prSet presAssocID="{32548AB7-1F29-4429-93C9-E1658C4FF02B}" presName="node" presStyleLbl="node1" presStyleIdx="3" presStyleCnt="7">
        <dgm:presLayoutVars>
          <dgm:bulletEnabled val="1"/>
        </dgm:presLayoutVars>
      </dgm:prSet>
      <dgm:spPr/>
    </dgm:pt>
    <dgm:pt modelId="{1CB84235-E45B-4458-B672-C5262C41B03A}" type="pres">
      <dgm:prSet presAssocID="{D87CA230-01F5-48F9-B386-8FC11FDCC6CE}" presName="sibTrans" presStyleCnt="0"/>
      <dgm:spPr/>
    </dgm:pt>
    <dgm:pt modelId="{BB5AA2C0-8057-46DE-A6C8-5E9073E9D46A}" type="pres">
      <dgm:prSet presAssocID="{F79CFCAF-C92F-47F4-9A15-946D1ECCB1A0}" presName="node" presStyleLbl="node1" presStyleIdx="4" presStyleCnt="7">
        <dgm:presLayoutVars>
          <dgm:bulletEnabled val="1"/>
        </dgm:presLayoutVars>
      </dgm:prSet>
      <dgm:spPr/>
    </dgm:pt>
    <dgm:pt modelId="{41BC0A9F-162F-4D02-A253-BB45DAA92509}" type="pres">
      <dgm:prSet presAssocID="{4CA5E3C4-87A2-4E97-88D6-566AD8A69DBD}" presName="sibTrans" presStyleCnt="0"/>
      <dgm:spPr/>
    </dgm:pt>
    <dgm:pt modelId="{8188223C-8EB3-4361-A0CB-E0926D1C2C82}" type="pres">
      <dgm:prSet presAssocID="{1C59C519-50E1-4F8E-8C1E-6CC6028981D3}" presName="node" presStyleLbl="node1" presStyleIdx="5" presStyleCnt="7">
        <dgm:presLayoutVars>
          <dgm:bulletEnabled val="1"/>
        </dgm:presLayoutVars>
      </dgm:prSet>
      <dgm:spPr/>
    </dgm:pt>
    <dgm:pt modelId="{5ED8DC07-6F83-4A70-9094-4C2E5F70D2AB}" type="pres">
      <dgm:prSet presAssocID="{FD9DEC83-CAB7-4CFC-9622-D8FE922A8FA3}" presName="sibTrans" presStyleCnt="0"/>
      <dgm:spPr/>
    </dgm:pt>
    <dgm:pt modelId="{A47CEA0A-F31E-4E97-A4C8-6B2F8C39D700}" type="pres">
      <dgm:prSet presAssocID="{290D7ACE-41D8-4FE9-ABF3-1DBF3DA7F55D}" presName="node" presStyleLbl="node1" presStyleIdx="6" presStyleCnt="7">
        <dgm:presLayoutVars>
          <dgm:bulletEnabled val="1"/>
        </dgm:presLayoutVars>
      </dgm:prSet>
      <dgm:spPr/>
    </dgm:pt>
  </dgm:ptLst>
  <dgm:cxnLst>
    <dgm:cxn modelId="{BD67B815-A7FC-4A3F-BA5D-217702435E47}" type="presOf" srcId="{12D64553-79F0-4450-A67B-F00909E43307}" destId="{70FCA51F-A6CB-4C3C-A5D6-2DBE2369EF45}" srcOrd="0" destOrd="0" presId="urn:microsoft.com/office/officeart/2005/8/layout/default"/>
    <dgm:cxn modelId="{F6DAE824-A595-4048-AFD6-3E638862178A}" srcId="{EFC2E0FF-2805-4EA4-AF53-68EEB939AA33}" destId="{12D64553-79F0-4450-A67B-F00909E43307}" srcOrd="0" destOrd="0" parTransId="{A29F2AAC-187B-44D5-9CE5-267678630A72}" sibTransId="{2211CC95-4BD2-489B-901A-17D916B74B81}"/>
    <dgm:cxn modelId="{8AADD33D-6DB7-48B4-9FE1-DF06A43000AA}" srcId="{EFC2E0FF-2805-4EA4-AF53-68EEB939AA33}" destId="{1C59C519-50E1-4F8E-8C1E-6CC6028981D3}" srcOrd="5" destOrd="0" parTransId="{43F3C595-5616-4758-995C-25BD762C0321}" sibTransId="{FD9DEC83-CAB7-4CFC-9622-D8FE922A8FA3}"/>
    <dgm:cxn modelId="{86463E44-A2D6-44EC-8DD7-7A6E10789378}" srcId="{EFC2E0FF-2805-4EA4-AF53-68EEB939AA33}" destId="{3A7B0F02-0917-4779-8A06-F0C4B8DFA17B}" srcOrd="2" destOrd="0" parTransId="{BE2CD1DA-BA76-409F-A009-A136A30AFB9D}" sibTransId="{D93AFB79-3096-49F1-8193-A692DEF9A575}"/>
    <dgm:cxn modelId="{C898696D-69D0-4D08-AF5D-E80906A8F178}" srcId="{EFC2E0FF-2805-4EA4-AF53-68EEB939AA33}" destId="{8E467830-3109-48C7-8011-32D1C8048A33}" srcOrd="1" destOrd="0" parTransId="{8F9E26CC-648A-48D2-B8BB-5BA88D5DF5AC}" sibTransId="{E821668E-4602-48A3-B503-B1EE61338BDC}"/>
    <dgm:cxn modelId="{6929BD4E-2D1A-44EA-A351-CE6247DC56CD}" srcId="{EFC2E0FF-2805-4EA4-AF53-68EEB939AA33}" destId="{290D7ACE-41D8-4FE9-ABF3-1DBF3DA7F55D}" srcOrd="6" destOrd="0" parTransId="{5087AE33-1E08-470C-9CCD-69AA3C148C0B}" sibTransId="{60A5F200-A00C-49ED-8BE4-9337CC02B7FC}"/>
    <dgm:cxn modelId="{104D5752-79EA-4B28-AB34-568448536350}" type="presOf" srcId="{32548AB7-1F29-4429-93C9-E1658C4FF02B}" destId="{0A837F73-471E-44BF-B02A-F79A93455E21}" srcOrd="0" destOrd="0" presId="urn:microsoft.com/office/officeart/2005/8/layout/default"/>
    <dgm:cxn modelId="{9943A053-6EC7-45BA-AB1F-33C4B0C739BB}" type="presOf" srcId="{3A7B0F02-0917-4779-8A06-F0C4B8DFA17B}" destId="{B624EDD1-A1F8-4461-B231-610764238BF6}" srcOrd="0" destOrd="0" presId="urn:microsoft.com/office/officeart/2005/8/layout/default"/>
    <dgm:cxn modelId="{CB239279-D057-4E14-AD6B-19DDF7D9372A}" type="presOf" srcId="{290D7ACE-41D8-4FE9-ABF3-1DBF3DA7F55D}" destId="{A47CEA0A-F31E-4E97-A4C8-6B2F8C39D700}" srcOrd="0" destOrd="0" presId="urn:microsoft.com/office/officeart/2005/8/layout/default"/>
    <dgm:cxn modelId="{AB8FD48C-EF47-4123-9AA7-57BD98A33BA5}" type="presOf" srcId="{EFC2E0FF-2805-4EA4-AF53-68EEB939AA33}" destId="{008A6AD1-5C8C-420C-B71A-DBFAA72AFF71}" srcOrd="0" destOrd="0" presId="urn:microsoft.com/office/officeart/2005/8/layout/default"/>
    <dgm:cxn modelId="{34A7F9B9-A5E8-403F-AFB3-549E05D00750}" type="presOf" srcId="{8E467830-3109-48C7-8011-32D1C8048A33}" destId="{61A39C2D-C5AA-4105-B21E-F7F20CCF6008}" srcOrd="0" destOrd="0" presId="urn:microsoft.com/office/officeart/2005/8/layout/default"/>
    <dgm:cxn modelId="{C17630C7-7A50-4B8D-BB5A-36CB31055B88}" type="presOf" srcId="{1C59C519-50E1-4F8E-8C1E-6CC6028981D3}" destId="{8188223C-8EB3-4361-A0CB-E0926D1C2C82}" srcOrd="0" destOrd="0" presId="urn:microsoft.com/office/officeart/2005/8/layout/default"/>
    <dgm:cxn modelId="{CC9D96D3-5BC4-471D-A3B6-34D8EBDB184B}" srcId="{EFC2E0FF-2805-4EA4-AF53-68EEB939AA33}" destId="{F79CFCAF-C92F-47F4-9A15-946D1ECCB1A0}" srcOrd="4" destOrd="0" parTransId="{E99D1FE4-28EF-4701-ADA6-D87D69A82826}" sibTransId="{4CA5E3C4-87A2-4E97-88D6-566AD8A69DBD}"/>
    <dgm:cxn modelId="{C3398DDF-5089-4930-8355-6C7DBF60B7DE}" type="presOf" srcId="{F79CFCAF-C92F-47F4-9A15-946D1ECCB1A0}" destId="{BB5AA2C0-8057-46DE-A6C8-5E9073E9D46A}" srcOrd="0" destOrd="0" presId="urn:microsoft.com/office/officeart/2005/8/layout/default"/>
    <dgm:cxn modelId="{A9B261EF-AD0B-4ADC-8A92-7940952D52B4}" srcId="{EFC2E0FF-2805-4EA4-AF53-68EEB939AA33}" destId="{32548AB7-1F29-4429-93C9-E1658C4FF02B}" srcOrd="3" destOrd="0" parTransId="{FB025AB7-1A5A-4CE7-A161-13CDB013BAEB}" sibTransId="{D87CA230-01F5-48F9-B386-8FC11FDCC6CE}"/>
    <dgm:cxn modelId="{6FFDF0EC-F0B6-4082-AAFE-A868855F19F8}" type="presParOf" srcId="{008A6AD1-5C8C-420C-B71A-DBFAA72AFF71}" destId="{70FCA51F-A6CB-4C3C-A5D6-2DBE2369EF45}" srcOrd="0" destOrd="0" presId="urn:microsoft.com/office/officeart/2005/8/layout/default"/>
    <dgm:cxn modelId="{BA95D47A-F77B-4CC9-B4EA-08E33E11D00C}" type="presParOf" srcId="{008A6AD1-5C8C-420C-B71A-DBFAA72AFF71}" destId="{20905E0B-DA86-48EC-813B-ABA8F0A3500A}" srcOrd="1" destOrd="0" presId="urn:microsoft.com/office/officeart/2005/8/layout/default"/>
    <dgm:cxn modelId="{00923D60-2B2E-46C5-B6E9-7FEA50D537F3}" type="presParOf" srcId="{008A6AD1-5C8C-420C-B71A-DBFAA72AFF71}" destId="{61A39C2D-C5AA-4105-B21E-F7F20CCF6008}" srcOrd="2" destOrd="0" presId="urn:microsoft.com/office/officeart/2005/8/layout/default"/>
    <dgm:cxn modelId="{F726F082-8124-42C8-84E6-C847BEA3C86D}" type="presParOf" srcId="{008A6AD1-5C8C-420C-B71A-DBFAA72AFF71}" destId="{7206711E-6EBE-4F03-8E84-6095F129BD56}" srcOrd="3" destOrd="0" presId="urn:microsoft.com/office/officeart/2005/8/layout/default"/>
    <dgm:cxn modelId="{E5F0D7D6-E964-43D5-B06B-BE5DF94B409B}" type="presParOf" srcId="{008A6AD1-5C8C-420C-B71A-DBFAA72AFF71}" destId="{B624EDD1-A1F8-4461-B231-610764238BF6}" srcOrd="4" destOrd="0" presId="urn:microsoft.com/office/officeart/2005/8/layout/default"/>
    <dgm:cxn modelId="{58FC762E-3748-4783-934B-988FF57B4146}" type="presParOf" srcId="{008A6AD1-5C8C-420C-B71A-DBFAA72AFF71}" destId="{7D2034E7-9A17-4DA0-B597-8228A6F8B7AC}" srcOrd="5" destOrd="0" presId="urn:microsoft.com/office/officeart/2005/8/layout/default"/>
    <dgm:cxn modelId="{4DBB1474-08DC-48C8-9B4A-77545CD63A0F}" type="presParOf" srcId="{008A6AD1-5C8C-420C-B71A-DBFAA72AFF71}" destId="{0A837F73-471E-44BF-B02A-F79A93455E21}" srcOrd="6" destOrd="0" presId="urn:microsoft.com/office/officeart/2005/8/layout/default"/>
    <dgm:cxn modelId="{3C55549F-E7DF-49ED-8DFF-F8894371F296}" type="presParOf" srcId="{008A6AD1-5C8C-420C-B71A-DBFAA72AFF71}" destId="{1CB84235-E45B-4458-B672-C5262C41B03A}" srcOrd="7" destOrd="0" presId="urn:microsoft.com/office/officeart/2005/8/layout/default"/>
    <dgm:cxn modelId="{1884312E-44C9-4144-8C4B-7642E768732E}" type="presParOf" srcId="{008A6AD1-5C8C-420C-B71A-DBFAA72AFF71}" destId="{BB5AA2C0-8057-46DE-A6C8-5E9073E9D46A}" srcOrd="8" destOrd="0" presId="urn:microsoft.com/office/officeart/2005/8/layout/default"/>
    <dgm:cxn modelId="{B235014E-9CD9-477D-9B94-D128D4D0F44F}" type="presParOf" srcId="{008A6AD1-5C8C-420C-B71A-DBFAA72AFF71}" destId="{41BC0A9F-162F-4D02-A253-BB45DAA92509}" srcOrd="9" destOrd="0" presId="urn:microsoft.com/office/officeart/2005/8/layout/default"/>
    <dgm:cxn modelId="{FC80F2F5-AA13-4BF5-9948-E5F635D0CD33}" type="presParOf" srcId="{008A6AD1-5C8C-420C-B71A-DBFAA72AFF71}" destId="{8188223C-8EB3-4361-A0CB-E0926D1C2C82}" srcOrd="10" destOrd="0" presId="urn:microsoft.com/office/officeart/2005/8/layout/default"/>
    <dgm:cxn modelId="{4BC6325F-8DAD-4480-B1B7-C226C59123D7}" type="presParOf" srcId="{008A6AD1-5C8C-420C-B71A-DBFAA72AFF71}" destId="{5ED8DC07-6F83-4A70-9094-4C2E5F70D2AB}" srcOrd="11" destOrd="0" presId="urn:microsoft.com/office/officeart/2005/8/layout/default"/>
    <dgm:cxn modelId="{D54F05C4-EFDD-4AEA-9CEF-40A3DFE8A307}" type="presParOf" srcId="{008A6AD1-5C8C-420C-B71A-DBFAA72AFF71}" destId="{A47CEA0A-F31E-4E97-A4C8-6B2F8C39D700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FCA51F-A6CB-4C3C-A5D6-2DBE2369EF45}">
      <dsp:nvSpPr>
        <dsp:cNvPr id="0" name=""/>
        <dsp:cNvSpPr/>
      </dsp:nvSpPr>
      <dsp:spPr>
        <a:xfrm>
          <a:off x="2902" y="295883"/>
          <a:ext cx="2302370" cy="138142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l-SI" sz="2200" kern="1200"/>
            <a:t>OpenAI - ChatGPT</a:t>
          </a:r>
          <a:endParaRPr lang="en-US" sz="2200" kern="1200"/>
        </a:p>
      </dsp:txBody>
      <dsp:txXfrm>
        <a:off x="2902" y="295883"/>
        <a:ext cx="2302370" cy="1381422"/>
      </dsp:txXfrm>
    </dsp:sp>
    <dsp:sp modelId="{61A39C2D-C5AA-4105-B21E-F7F20CCF6008}">
      <dsp:nvSpPr>
        <dsp:cNvPr id="0" name=""/>
        <dsp:cNvSpPr/>
      </dsp:nvSpPr>
      <dsp:spPr>
        <a:xfrm>
          <a:off x="2535510" y="295883"/>
          <a:ext cx="2302370" cy="1381422"/>
        </a:xfrm>
        <a:prstGeom prst="rect">
          <a:avLst/>
        </a:prstGeom>
        <a:gradFill rotWithShape="0">
          <a:gsLst>
            <a:gs pos="0">
              <a:schemeClr val="accent2">
                <a:hueOff val="-244839"/>
                <a:satOff val="-5416"/>
                <a:lumOff val="-1078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244839"/>
                <a:satOff val="-5416"/>
                <a:lumOff val="-1078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l-SI" sz="2200" kern="1200"/>
            <a:t>Hugging Face - gradio</a:t>
          </a:r>
          <a:endParaRPr lang="en-US" sz="2200" kern="1200"/>
        </a:p>
      </dsp:txBody>
      <dsp:txXfrm>
        <a:off x="2535510" y="295883"/>
        <a:ext cx="2302370" cy="1381422"/>
      </dsp:txXfrm>
    </dsp:sp>
    <dsp:sp modelId="{B624EDD1-A1F8-4461-B231-610764238BF6}">
      <dsp:nvSpPr>
        <dsp:cNvPr id="0" name=""/>
        <dsp:cNvSpPr/>
      </dsp:nvSpPr>
      <dsp:spPr>
        <a:xfrm>
          <a:off x="5068118" y="295883"/>
          <a:ext cx="2302370" cy="1381422"/>
        </a:xfrm>
        <a:prstGeom prst="rect">
          <a:avLst/>
        </a:prstGeom>
        <a:gradFill rotWithShape="0">
          <a:gsLst>
            <a:gs pos="0">
              <a:schemeClr val="accent2">
                <a:hueOff val="-489677"/>
                <a:satOff val="-10832"/>
                <a:lumOff val="-2157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489677"/>
                <a:satOff val="-10832"/>
                <a:lumOff val="-2157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l-SI" sz="2200" kern="1200"/>
            <a:t>Azure AI - ponuja dostop do več AI orodij</a:t>
          </a:r>
          <a:endParaRPr lang="en-US" sz="2200" kern="1200"/>
        </a:p>
      </dsp:txBody>
      <dsp:txXfrm>
        <a:off x="5068118" y="295883"/>
        <a:ext cx="2302370" cy="1381422"/>
      </dsp:txXfrm>
    </dsp:sp>
    <dsp:sp modelId="{0A837F73-471E-44BF-B02A-F79A93455E21}">
      <dsp:nvSpPr>
        <dsp:cNvPr id="0" name=""/>
        <dsp:cNvSpPr/>
      </dsp:nvSpPr>
      <dsp:spPr>
        <a:xfrm>
          <a:off x="7600725" y="295883"/>
          <a:ext cx="2302370" cy="1381422"/>
        </a:xfrm>
        <a:prstGeom prst="rect">
          <a:avLst/>
        </a:prstGeom>
        <a:gradFill rotWithShape="0">
          <a:gsLst>
            <a:gs pos="0">
              <a:schemeClr val="accent2">
                <a:hueOff val="-734515"/>
                <a:satOff val="-16247"/>
                <a:lumOff val="-3235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734515"/>
                <a:satOff val="-16247"/>
                <a:lumOff val="-3235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l-SI" sz="2200" kern="1200"/>
            <a:t>Gemini - omogoča pogovor preko API</a:t>
          </a:r>
          <a:endParaRPr lang="en-US" sz="2200" kern="1200"/>
        </a:p>
      </dsp:txBody>
      <dsp:txXfrm>
        <a:off x="7600725" y="295883"/>
        <a:ext cx="2302370" cy="1381422"/>
      </dsp:txXfrm>
    </dsp:sp>
    <dsp:sp modelId="{BB5AA2C0-8057-46DE-A6C8-5E9073E9D46A}">
      <dsp:nvSpPr>
        <dsp:cNvPr id="0" name=""/>
        <dsp:cNvSpPr/>
      </dsp:nvSpPr>
      <dsp:spPr>
        <a:xfrm>
          <a:off x="1269206" y="1907543"/>
          <a:ext cx="2302370" cy="1381422"/>
        </a:xfrm>
        <a:prstGeom prst="rect">
          <a:avLst/>
        </a:prstGeom>
        <a:gradFill rotWithShape="0">
          <a:gsLst>
            <a:gs pos="0">
              <a:schemeClr val="accent2">
                <a:hueOff val="-979354"/>
                <a:satOff val="-21663"/>
                <a:lumOff val="-4313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979354"/>
                <a:satOff val="-21663"/>
                <a:lumOff val="-4313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l-SI" sz="2200" kern="1200"/>
            <a:t>Cohere - omogoča pogovor in modifikacijo, plačljiv</a:t>
          </a:r>
          <a:endParaRPr lang="en-US" sz="2200" kern="1200"/>
        </a:p>
      </dsp:txBody>
      <dsp:txXfrm>
        <a:off x="1269206" y="1907543"/>
        <a:ext cx="2302370" cy="1381422"/>
      </dsp:txXfrm>
    </dsp:sp>
    <dsp:sp modelId="{8188223C-8EB3-4361-A0CB-E0926D1C2C82}">
      <dsp:nvSpPr>
        <dsp:cNvPr id="0" name=""/>
        <dsp:cNvSpPr/>
      </dsp:nvSpPr>
      <dsp:spPr>
        <a:xfrm>
          <a:off x="3801814" y="1907543"/>
          <a:ext cx="2302370" cy="1381422"/>
        </a:xfrm>
        <a:prstGeom prst="rect">
          <a:avLst/>
        </a:prstGeom>
        <a:gradFill rotWithShape="0">
          <a:gsLst>
            <a:gs pos="0">
              <a:schemeClr val="accent2">
                <a:hueOff val="-1224192"/>
                <a:satOff val="-27079"/>
                <a:lumOff val="-5392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1224192"/>
                <a:satOff val="-27079"/>
                <a:lumOff val="-5392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l-SI" sz="2200" kern="1200"/>
            <a:t>Claude - plačljiv</a:t>
          </a:r>
          <a:endParaRPr lang="en-US" sz="2200" kern="1200"/>
        </a:p>
      </dsp:txBody>
      <dsp:txXfrm>
        <a:off x="3801814" y="1907543"/>
        <a:ext cx="2302370" cy="1381422"/>
      </dsp:txXfrm>
    </dsp:sp>
    <dsp:sp modelId="{A47CEA0A-F31E-4E97-A4C8-6B2F8C39D700}">
      <dsp:nvSpPr>
        <dsp:cNvPr id="0" name=""/>
        <dsp:cNvSpPr/>
      </dsp:nvSpPr>
      <dsp:spPr>
        <a:xfrm>
          <a:off x="6334422" y="1907543"/>
          <a:ext cx="2302370" cy="1381422"/>
        </a:xfrm>
        <a:prstGeom prst="rect">
          <a:avLst/>
        </a:prstGeom>
        <a:gradFill rotWithShape="0">
          <a:gsLst>
            <a:gs pos="0">
              <a:schemeClr val="accent2">
                <a:hueOff val="-1469031"/>
                <a:satOff val="-32495"/>
                <a:lumOff val="-647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1469031"/>
                <a:satOff val="-32495"/>
                <a:lumOff val="-647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l-SI" sz="2200" kern="1200"/>
            <a:t>Llama-Meta AI - ni na voljo v SLO, razen če naložimo lokalni model</a:t>
          </a:r>
          <a:endParaRPr lang="en-US" sz="2200" kern="1200"/>
        </a:p>
      </dsp:txBody>
      <dsp:txXfrm>
        <a:off x="6334422" y="1907543"/>
        <a:ext cx="2302370" cy="13814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l-SI"/>
              <a:t>Kliknite, če želite urediti slog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l-SI"/>
              <a:t>Kliknite ikono, če želite dodati sliko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ska slika z na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sl-SI"/>
              <a:t>Kliknite ikono, če želite dodati sliko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slov in na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z na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ica z ime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tolpe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lpec s tremi sli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sl-SI"/>
              <a:t>Kliknite ikono, če želite dodati sliko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sl-SI"/>
              <a:t>Kliknite ikono, če želite dodati sliko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sl-SI"/>
              <a:t>Kliknite ikono, če želite dodati sliko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" name="Rectangle 7">
            <a:extLst>
              <a:ext uri="{FF2B5EF4-FFF2-40B4-BE49-F238E27FC236}">
                <a16:creationId xmlns:a16="http://schemas.microsoft.com/office/drawing/2014/main" id="{46F5C31A-DCC7-49D8-9982-1042DBBFB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 Diagonal Corner Rectangle 6">
            <a:extLst>
              <a:ext uri="{FF2B5EF4-FFF2-40B4-BE49-F238E27FC236}">
                <a16:creationId xmlns:a16="http://schemas.microsoft.com/office/drawing/2014/main" id="{7AFB7295-2F19-4B05-A81A-87B51093C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654295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bg2"/>
          </a:solidFill>
          <a:ln w="190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D9E8E26-937B-4D88-9FED-7A5E1E6F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8200" y="0"/>
            <a:ext cx="0" cy="685800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  <a:alpha val="60000"/>
              </a:schemeClr>
            </a:solidFill>
          </a:ln>
          <a:effectLst>
            <a:outerShdw blurRad="88900" dist="38100" dir="5400000" algn="ctr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Naslov 1">
            <a:extLst>
              <a:ext uri="{FF2B5EF4-FFF2-40B4-BE49-F238E27FC236}">
                <a16:creationId xmlns:a16="http://schemas.microsoft.com/office/drawing/2014/main" id="{12F69D64-7B61-48CE-95F2-52F39582E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0625" y="1068840"/>
            <a:ext cx="5377375" cy="4341358"/>
          </a:xfrm>
        </p:spPr>
        <p:txBody>
          <a:bodyPr anchor="t">
            <a:normAutofit/>
          </a:bodyPr>
          <a:lstStyle/>
          <a:p>
            <a:r>
              <a:rPr lang="sl-SI" sz="8000" dirty="0"/>
              <a:t>Prešeren AI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66EC28FD-B078-4019-BA9B-709CD7E1FE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018" y="1069973"/>
            <a:ext cx="3864522" cy="4352927"/>
          </a:xfrm>
        </p:spPr>
        <p:txBody>
          <a:bodyPr>
            <a:normAutofit/>
          </a:bodyPr>
          <a:lstStyle/>
          <a:p>
            <a:pPr algn="ctr"/>
            <a:r>
              <a:rPr lang="sl-SI" sz="4000" dirty="0">
                <a:solidFill>
                  <a:schemeClr val="tx1"/>
                </a:solidFill>
              </a:rPr>
              <a:t>Avtor: </a:t>
            </a:r>
          </a:p>
          <a:p>
            <a:pPr algn="ctr"/>
            <a:r>
              <a:rPr lang="sl-SI" sz="4000" dirty="0">
                <a:solidFill>
                  <a:schemeClr val="tx1"/>
                </a:solidFill>
              </a:rPr>
              <a:t>Matej </a:t>
            </a:r>
            <a:r>
              <a:rPr lang="sl-SI" sz="4000" dirty="0" err="1">
                <a:solidFill>
                  <a:schemeClr val="tx1"/>
                </a:solidFill>
              </a:rPr>
              <a:t>soršek</a:t>
            </a:r>
            <a:endParaRPr lang="sl-SI" sz="4000" dirty="0">
              <a:solidFill>
                <a:schemeClr val="tx1"/>
              </a:solidFill>
            </a:endParaRPr>
          </a:p>
          <a:p>
            <a:pPr algn="r"/>
            <a:endParaRPr lang="sl-SI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953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3E3FEDA-D6DD-4E07-A3C5-A5EA03531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koncept in alternative za izvedbo projekta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E7A3B9EF-E98C-4C57-B212-8809D5009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Cilj: </a:t>
            </a:r>
            <a:r>
              <a:rPr lang="sl-SI" b="0" i="0" dirty="0">
                <a:solidFill>
                  <a:srgbClr val="F0F6FC"/>
                </a:solidFill>
                <a:effectLst/>
                <a:latin typeface="-apple-system"/>
              </a:rPr>
              <a:t>ustvariti </a:t>
            </a:r>
            <a:r>
              <a:rPr lang="sl-SI" b="0" i="0" dirty="0" err="1">
                <a:solidFill>
                  <a:srgbClr val="F0F6FC"/>
                </a:solidFill>
                <a:effectLst/>
                <a:latin typeface="-apple-system"/>
              </a:rPr>
              <a:t>chatbota</a:t>
            </a:r>
            <a:r>
              <a:rPr lang="sl-SI" b="0" i="0" dirty="0">
                <a:solidFill>
                  <a:srgbClr val="F0F6FC"/>
                </a:solidFill>
                <a:effectLst/>
                <a:latin typeface="-apple-system"/>
              </a:rPr>
              <a:t>, ki se pretvarja, da je France Prešeren in nam odgovarja na vprašanja.</a:t>
            </a:r>
          </a:p>
          <a:p>
            <a:r>
              <a:rPr lang="sl-SI" dirty="0"/>
              <a:t>Dobra slovenščina</a:t>
            </a:r>
          </a:p>
          <a:p>
            <a:r>
              <a:rPr lang="sl-SI" dirty="0"/>
              <a:t>Točnost podatkov</a:t>
            </a:r>
          </a:p>
          <a:p>
            <a:r>
              <a:rPr lang="sl-SI" dirty="0"/>
              <a:t>Smiselni odgovori</a:t>
            </a:r>
          </a:p>
          <a:p>
            <a:endParaRPr lang="sl-SI" b="0" i="0" dirty="0">
              <a:solidFill>
                <a:srgbClr val="F0F6FC"/>
              </a:solidFill>
              <a:effectLst/>
              <a:latin typeface="-apple-system"/>
            </a:endParaRPr>
          </a:p>
          <a:p>
            <a:endParaRPr lang="sl-SI" dirty="0"/>
          </a:p>
        </p:txBody>
      </p:sp>
      <p:pic>
        <p:nvPicPr>
          <p:cNvPr id="4" name="Slika 3" descr="Slika, ki vsebuje besede besedilo, samolepilni listič, posnetek zaslona, diagram&#10;&#10;Opis je samodejno ustvarjen">
            <a:extLst>
              <a:ext uri="{FF2B5EF4-FFF2-40B4-BE49-F238E27FC236}">
                <a16:creationId xmlns:a16="http://schemas.microsoft.com/office/drawing/2014/main" id="{B821531E-9974-4EF7-AA75-1A49AC3AA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5177" y="2879578"/>
            <a:ext cx="6588050" cy="3359904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26" name="Picture 2" descr="DIY Smartphone 3D Hologram Tutorial">
            <a:extLst>
              <a:ext uri="{FF2B5EF4-FFF2-40B4-BE49-F238E27FC236}">
                <a16:creationId xmlns:a16="http://schemas.microsoft.com/office/drawing/2014/main" id="{B0E94FC9-348F-4B31-A4F7-7DC137AA8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3299" y="4359429"/>
            <a:ext cx="2244112" cy="126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2776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1409B8CB-CB76-4711-BD27-4F7342031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sl-SI" dirty="0"/>
              <a:t>1. Faza: izbira in testiranje LLM modelov</a:t>
            </a:r>
          </a:p>
        </p:txBody>
      </p:sp>
      <p:graphicFrame>
        <p:nvGraphicFramePr>
          <p:cNvPr id="5" name="Označba mesta vsebine 2">
            <a:extLst>
              <a:ext uri="{FF2B5EF4-FFF2-40B4-BE49-F238E27FC236}">
                <a16:creationId xmlns:a16="http://schemas.microsoft.com/office/drawing/2014/main" id="{0B7FD213-AB24-C5F8-D027-754F5F9027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4911414"/>
              </p:ext>
            </p:extLst>
          </p:nvPr>
        </p:nvGraphicFramePr>
        <p:xfrm>
          <a:off x="1141411" y="2440771"/>
          <a:ext cx="99059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46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3B320AD-084B-4B0D-ACCF-C86DEC825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 err="1"/>
              <a:t>LLm</a:t>
            </a:r>
            <a:r>
              <a:rPr lang="sl-SI" dirty="0"/>
              <a:t> favorita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67BC202-3BCD-45D0-9883-1AFA06C0B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GPT4ALL</a:t>
            </a:r>
          </a:p>
          <a:p>
            <a:r>
              <a:rPr lang="sl-SI" dirty="0" err="1"/>
              <a:t>chatGPT</a:t>
            </a:r>
            <a:endParaRPr lang="sl-SI" dirty="0"/>
          </a:p>
        </p:txBody>
      </p:sp>
      <p:pic>
        <p:nvPicPr>
          <p:cNvPr id="4" name="gpt4all_demo">
            <a:hlinkClick r:id="" action="ppaction://media"/>
            <a:extLst>
              <a:ext uri="{FF2B5EF4-FFF2-40B4-BE49-F238E27FC236}">
                <a16:creationId xmlns:a16="http://schemas.microsoft.com/office/drawing/2014/main" id="{CCEEF268-B814-45AA-9FE7-056981278F8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09285" y="3429000"/>
            <a:ext cx="5597764" cy="2959963"/>
          </a:xfrm>
          <a:prstGeom prst="rect">
            <a:avLst/>
          </a:prstGeom>
        </p:spPr>
      </p:pic>
      <p:pic>
        <p:nvPicPr>
          <p:cNvPr id="7" name="Slika 6">
            <a:extLst>
              <a:ext uri="{FF2B5EF4-FFF2-40B4-BE49-F238E27FC236}">
                <a16:creationId xmlns:a16="http://schemas.microsoft.com/office/drawing/2014/main" id="{CF9F7739-FA81-48E4-9466-D73F2A39D2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4922" y="3429000"/>
            <a:ext cx="5181332" cy="292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151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37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FB0236D-04E0-405B-8503-5214A560F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FaZA 2: API in Izdelava UI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341959B4-D0F8-4D8C-8C91-D5E2C0EB4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/>
              <a:t>UI</a:t>
            </a:r>
            <a:endParaRPr lang="sl-SI" dirty="0"/>
          </a:p>
        </p:txBody>
      </p:sp>
      <p:pic>
        <p:nvPicPr>
          <p:cNvPr id="7" name="Slika 6" descr="Slika, ki vsebuje besede besedilo, posnetek zaslona, številka, zaslon&#10;&#10;Opis je samodejno ustvarjen">
            <a:extLst>
              <a:ext uri="{FF2B5EF4-FFF2-40B4-BE49-F238E27FC236}">
                <a16:creationId xmlns:a16="http://schemas.microsoft.com/office/drawing/2014/main" id="{340DAC3D-1A33-4994-AEC4-0E8393848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" y="2001186"/>
            <a:ext cx="4968950" cy="4566883"/>
          </a:xfrm>
          <a:prstGeom prst="rect">
            <a:avLst/>
          </a:prstGeom>
        </p:spPr>
      </p:pic>
      <p:pic>
        <p:nvPicPr>
          <p:cNvPr id="8" name="Slika 7">
            <a:extLst>
              <a:ext uri="{FF2B5EF4-FFF2-40B4-BE49-F238E27FC236}">
                <a16:creationId xmlns:a16="http://schemas.microsoft.com/office/drawing/2014/main" id="{B718F708-2ACF-47FD-9F21-99558605F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375" y="2001186"/>
            <a:ext cx="5443961" cy="435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896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36E0FEE-56AE-409A-91F8-B214B54AA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7667307" cy="1478570"/>
          </a:xfrm>
        </p:spPr>
        <p:txBody>
          <a:bodyPr>
            <a:normAutofit/>
          </a:bodyPr>
          <a:lstStyle/>
          <a:p>
            <a:r>
              <a:rPr lang="sl-SI" sz="3200"/>
              <a:t>Faza 3: Dodelava TTS - Govornik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3C1BED93-34BC-4CB1-A22C-C05193CC7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459287" cy="3965046"/>
          </a:xfrm>
        </p:spPr>
        <p:txBody>
          <a:bodyPr>
            <a:normAutofit/>
          </a:bodyPr>
          <a:lstStyle/>
          <a:p>
            <a:r>
              <a:rPr lang="sl-SI" sz="2000" dirty="0"/>
              <a:t>Govornik – slovenski sintetizator govora</a:t>
            </a:r>
          </a:p>
          <a:p>
            <a:r>
              <a:rPr lang="sl-SI" sz="2000" dirty="0"/>
              <a:t>TTS </a:t>
            </a:r>
            <a:r>
              <a:rPr lang="sl-SI" sz="2000" dirty="0" err="1"/>
              <a:t>text</a:t>
            </a:r>
            <a:r>
              <a:rPr lang="sl-SI" sz="2000" dirty="0"/>
              <a:t> to </a:t>
            </a:r>
            <a:r>
              <a:rPr lang="sl-SI" sz="2000" dirty="0" err="1"/>
              <a:t>speech</a:t>
            </a:r>
            <a:endParaRPr lang="sl-SI" sz="2000" dirty="0"/>
          </a:p>
        </p:txBody>
      </p:sp>
      <p:pic>
        <p:nvPicPr>
          <p:cNvPr id="5" name="Slika 4" descr="Slika, ki vsebuje besede besedilo, posnetek zaslona, oblikovanje&#10;&#10;Opis je samodejno ustvarjen">
            <a:extLst>
              <a:ext uri="{FF2B5EF4-FFF2-40B4-BE49-F238E27FC236}">
                <a16:creationId xmlns:a16="http://schemas.microsoft.com/office/drawing/2014/main" id="{C5EC91CD-BFFA-4E7E-88C4-B994908BD7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509" y="3202087"/>
            <a:ext cx="4741514" cy="3402036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pic>
        <p:nvPicPr>
          <p:cNvPr id="11" name="Slika 10">
            <a:extLst>
              <a:ext uri="{FF2B5EF4-FFF2-40B4-BE49-F238E27FC236}">
                <a16:creationId xmlns:a16="http://schemas.microsoft.com/office/drawing/2014/main" id="{2D1F292F-D90F-4CC5-8C17-196E7A13FD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9418" y="3121537"/>
            <a:ext cx="6072187" cy="344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045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F9F92E6F-E3A3-4151-9C61-BAE9FF87D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sl-SI" sz="3200"/>
              <a:t>Rezultat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70DEC00D-F50A-45B8-BEC6-8A050F59F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459287" cy="3965046"/>
          </a:xfrm>
        </p:spPr>
        <p:txBody>
          <a:bodyPr>
            <a:normAutofit/>
          </a:bodyPr>
          <a:lstStyle/>
          <a:p>
            <a:endParaRPr lang="sl-SI" sz="2000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1ABD3F15-B4A9-4606-9325-58D9FA959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165" y="1620838"/>
            <a:ext cx="9706674" cy="4950401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51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2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63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6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7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1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982478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FBE6743-E6CD-4802-A95C-A67923D17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Hvala za pozornost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E4731DE-3E8F-43ED-8DD8-B36689D74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1344727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zje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Vezje</Template>
  <TotalTime>652</TotalTime>
  <Words>125</Words>
  <Application>Microsoft Office PowerPoint</Application>
  <PresentationFormat>Širokozaslonsko</PresentationFormat>
  <Paragraphs>26</Paragraphs>
  <Slides>8</Slides>
  <Notes>0</Notes>
  <HiddenSlides>0</HiddenSlides>
  <MMClips>1</MMClips>
  <ScaleCrop>false</ScaleCrop>
  <HeadingPairs>
    <vt:vector size="6" baseType="variant">
      <vt:variant>
        <vt:lpstr>Uporabljene pisave</vt:lpstr>
      </vt:variant>
      <vt:variant>
        <vt:i4>3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8</vt:i4>
      </vt:variant>
    </vt:vector>
  </HeadingPairs>
  <TitlesOfParts>
    <vt:vector size="12" baseType="lpstr">
      <vt:lpstr>-apple-system</vt:lpstr>
      <vt:lpstr>Arial</vt:lpstr>
      <vt:lpstr>Tw Cen MT</vt:lpstr>
      <vt:lpstr>Vezje</vt:lpstr>
      <vt:lpstr>Prešeren AI</vt:lpstr>
      <vt:lpstr>koncept in alternative za izvedbo projekta</vt:lpstr>
      <vt:lpstr>1. Faza: izbira in testiranje LLM modelov</vt:lpstr>
      <vt:lpstr>LLm favorita</vt:lpstr>
      <vt:lpstr>FaZA 2: API in Izdelava UI</vt:lpstr>
      <vt:lpstr>Faza 3: Dodelava TTS - Govornik</vt:lpstr>
      <vt:lpstr>Rezultat</vt:lpstr>
      <vt:lpstr>Hvala za pozornost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PrešerenAI</dc:title>
  <dc:creator>Matej Soršek</dc:creator>
  <cp:lastModifiedBy>Matej Soršek</cp:lastModifiedBy>
  <cp:revision>14</cp:revision>
  <dcterms:created xsi:type="dcterms:W3CDTF">2025-01-13T20:38:17Z</dcterms:created>
  <dcterms:modified xsi:type="dcterms:W3CDTF">2025-01-15T16:43:24Z</dcterms:modified>
</cp:coreProperties>
</file>