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slov in n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ica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ol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lpec s tremi sli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11/3/2024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7E63648-903A-4C74-8253-617B4D1DB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 err="1"/>
              <a:t>PrešerenAI</a:t>
            </a:r>
            <a:endParaRPr lang="sl-SI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389397C1-0775-4E8B-B0E2-E320C3809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Avtor: Matej </a:t>
            </a:r>
            <a:r>
              <a:rPr lang="sl-SI" dirty="0" err="1"/>
              <a:t>soršek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129008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A2AC0BC-7C47-499E-AFB4-8CA9EEA4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Ideja in alternative za izvedbo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6093C48-D8D8-4704-AD8D-D945641A4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862" y="2623560"/>
            <a:ext cx="4886250" cy="3396242"/>
          </a:xfrm>
        </p:spPr>
        <p:txBody>
          <a:bodyPr>
            <a:normAutofit fontScale="92500"/>
          </a:bodyPr>
          <a:lstStyle/>
          <a:p>
            <a:r>
              <a:rPr lang="sl-SI" dirty="0"/>
              <a:t>Simulacija osebnosti Franceta Prešerna z LLM </a:t>
            </a:r>
          </a:p>
          <a:p>
            <a:r>
              <a:rPr lang="sl-SI" dirty="0"/>
              <a:t>Dobra slovenščina</a:t>
            </a:r>
          </a:p>
          <a:p>
            <a:r>
              <a:rPr lang="sl-SI" dirty="0"/>
              <a:t>Točnost podatkov</a:t>
            </a:r>
          </a:p>
          <a:p>
            <a:r>
              <a:rPr lang="sl-SI" dirty="0"/>
              <a:t>Smiselni odgovori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0BE98048-783A-B8A7-0481-FA3E0745C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47620" y="2623560"/>
            <a:ext cx="4886250" cy="3396242"/>
          </a:xfrm>
        </p:spPr>
        <p:txBody>
          <a:bodyPr>
            <a:normAutofit fontScale="92500"/>
          </a:bodyPr>
          <a:lstStyle/>
          <a:p>
            <a:r>
              <a:rPr lang="sl-SI" dirty="0"/>
              <a:t>Izdelava lastnega LLM modela</a:t>
            </a:r>
          </a:p>
          <a:p>
            <a:r>
              <a:rPr lang="sl-SI" dirty="0"/>
              <a:t>Prednost: prilagodljivost in nadzor</a:t>
            </a:r>
          </a:p>
          <a:p>
            <a:r>
              <a:rPr lang="sl-SI" dirty="0"/>
              <a:t>Slabost: zahteven in kompleksen projekt</a:t>
            </a:r>
          </a:p>
          <a:p>
            <a:endParaRPr lang="sl-SI" dirty="0"/>
          </a:p>
          <a:p>
            <a:r>
              <a:rPr lang="sl-SI" dirty="0"/>
              <a:t>Uporaba obstoječega modela prek API</a:t>
            </a:r>
          </a:p>
          <a:p>
            <a:r>
              <a:rPr lang="sl-SI" dirty="0"/>
              <a:t>Prednost: hitra možnost implementacije</a:t>
            </a:r>
          </a:p>
          <a:p>
            <a:r>
              <a:rPr lang="sl-SI" dirty="0"/>
              <a:t>Lažja uporaba</a:t>
            </a:r>
          </a:p>
          <a:p>
            <a:r>
              <a:rPr lang="sl-SI" dirty="0"/>
              <a:t>Slabost: omejitve, cena</a:t>
            </a:r>
          </a:p>
        </p:txBody>
      </p:sp>
    </p:spTree>
    <p:extLst>
      <p:ext uri="{BB962C8B-B14F-4D97-AF65-F5344CB8AC3E}">
        <p14:creationId xmlns:p14="http://schemas.microsoft.com/office/powerpoint/2010/main" val="47197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409B8CB-CB76-4711-BD27-4F734203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API modeli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42114FA-B3EF-4423-B35D-9D10ADA38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688844"/>
            <a:ext cx="8761412" cy="3416300"/>
          </a:xfrm>
        </p:spPr>
        <p:txBody>
          <a:bodyPr>
            <a:normAutofit/>
          </a:bodyPr>
          <a:lstStyle/>
          <a:p>
            <a:r>
              <a:rPr lang="sl-SI" dirty="0" err="1"/>
              <a:t>OpenAI</a:t>
            </a:r>
            <a:r>
              <a:rPr lang="sl-SI" dirty="0"/>
              <a:t> - </a:t>
            </a:r>
            <a:r>
              <a:rPr lang="sl-SI" dirty="0" err="1"/>
              <a:t>ChatGPT</a:t>
            </a:r>
            <a:endParaRPr lang="sl-SI" dirty="0"/>
          </a:p>
          <a:p>
            <a:r>
              <a:rPr lang="sl-SI" dirty="0" err="1"/>
              <a:t>Hugging</a:t>
            </a:r>
            <a:r>
              <a:rPr lang="sl-SI" dirty="0"/>
              <a:t> Face - </a:t>
            </a:r>
            <a:r>
              <a:rPr lang="sl-SI" dirty="0" err="1"/>
              <a:t>gradio</a:t>
            </a:r>
            <a:endParaRPr lang="sl-SI" dirty="0"/>
          </a:p>
          <a:p>
            <a:r>
              <a:rPr lang="sl-SI" dirty="0" err="1"/>
              <a:t>Azure</a:t>
            </a:r>
            <a:r>
              <a:rPr lang="sl-SI" dirty="0"/>
              <a:t> AI - ponuja dostop do več AI orodij</a:t>
            </a:r>
          </a:p>
          <a:p>
            <a:r>
              <a:rPr lang="sl-SI" dirty="0" err="1"/>
              <a:t>Gemini</a:t>
            </a:r>
            <a:r>
              <a:rPr lang="sl-SI" dirty="0"/>
              <a:t> - omogoča pogovor preko API</a:t>
            </a:r>
          </a:p>
          <a:p>
            <a:r>
              <a:rPr lang="sl-SI" dirty="0" err="1"/>
              <a:t>Cohere</a:t>
            </a:r>
            <a:r>
              <a:rPr lang="sl-SI" dirty="0"/>
              <a:t> - omogoča pogovor in modifikacijo, plačljiv</a:t>
            </a:r>
          </a:p>
          <a:p>
            <a:r>
              <a:rPr lang="sl-SI" dirty="0"/>
              <a:t>Claude - plačljiv</a:t>
            </a:r>
          </a:p>
          <a:p>
            <a:r>
              <a:rPr lang="sl-SI" dirty="0" err="1"/>
              <a:t>Llama</a:t>
            </a:r>
            <a:r>
              <a:rPr lang="sl-SI" dirty="0"/>
              <a:t>-Meta AI - ni na voljo v SLO</a:t>
            </a:r>
          </a:p>
        </p:txBody>
      </p:sp>
      <p:pic>
        <p:nvPicPr>
          <p:cNvPr id="7" name="Slika 6" descr="Slika, ki vsebuje besede besedilo, posnetek zaslona, programska oprema, večpredstavnostna programska oprema&#10;&#10;Opis je samodejno ustvarjen">
            <a:extLst>
              <a:ext uri="{FF2B5EF4-FFF2-40B4-BE49-F238E27FC236}">
                <a16:creationId xmlns:a16="http://schemas.microsoft.com/office/drawing/2014/main" id="{7C77000D-264F-D671-3158-D8059F5A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921" y="4016523"/>
            <a:ext cx="5024796" cy="22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3610A52-60F3-4DA1-B72D-6EE9FF9E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Hugging</a:t>
            </a:r>
            <a:r>
              <a:rPr lang="sl-SI" dirty="0"/>
              <a:t> Face - </a:t>
            </a:r>
            <a:r>
              <a:rPr lang="sl-SI" dirty="0" err="1"/>
              <a:t>Gradio</a:t>
            </a:r>
            <a:br>
              <a:rPr lang="sl-SI" dirty="0"/>
            </a:b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21CF492-E830-4028-B69C-F344BC013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Osnovna funkcionalnost</a:t>
            </a:r>
          </a:p>
          <a:p>
            <a:r>
              <a:rPr lang="sl-SI" dirty="0"/>
              <a:t>Neomejene poizvedbe </a:t>
            </a:r>
          </a:p>
          <a:p>
            <a:r>
              <a:rPr lang="sl-SI" dirty="0"/>
              <a:t>Ni preveč dober, sploh v slovenščini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16C97CA8-8C13-0A00-E60A-B5DAA2028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8" y="4311650"/>
            <a:ext cx="6272547" cy="2281247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3336E271-6E31-0237-3918-917A6092C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666" y="2761238"/>
            <a:ext cx="4808435" cy="1335523"/>
          </a:xfrm>
          <a:prstGeom prst="rect">
            <a:avLst/>
          </a:prstGeom>
        </p:spPr>
      </p:pic>
      <p:pic>
        <p:nvPicPr>
          <p:cNvPr id="10" name="Slika 9" descr="Slika, ki vsebuje besede besedilo, posnetek zaslona, programska oprema, večpredstavnostna programska oprema&#10;&#10;Opis je samodejno ustvarjen">
            <a:extLst>
              <a:ext uri="{FF2B5EF4-FFF2-40B4-BE49-F238E27FC236}">
                <a16:creationId xmlns:a16="http://schemas.microsoft.com/office/drawing/2014/main" id="{F1D2C385-0577-489A-ECC1-9A730A7FF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666" y="4315714"/>
            <a:ext cx="5024796" cy="22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1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1F5B537-AF9E-446F-A2FE-60A44D46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OpenAI</a:t>
            </a:r>
            <a:r>
              <a:rPr lang="sl-SI" dirty="0"/>
              <a:t>/MS </a:t>
            </a:r>
            <a:r>
              <a:rPr lang="sl-SI" dirty="0" err="1"/>
              <a:t>Azure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C6364B6-5B65-4651-BB26-CE6EAED1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Funkcionalnost </a:t>
            </a:r>
            <a:r>
              <a:rPr lang="sl-SI" dirty="0" err="1"/>
              <a:t>chatGPT</a:t>
            </a:r>
            <a:r>
              <a:rPr lang="sl-SI" dirty="0"/>
              <a:t>-ja </a:t>
            </a:r>
          </a:p>
          <a:p>
            <a:r>
              <a:rPr lang="sl-SI" dirty="0"/>
              <a:t>Študentska prijava</a:t>
            </a:r>
          </a:p>
          <a:p>
            <a:r>
              <a:rPr lang="sl-SI" dirty="0"/>
              <a:t>Nudi STT in TTS</a:t>
            </a:r>
          </a:p>
          <a:p>
            <a:r>
              <a:rPr lang="sl-SI" dirty="0" err="1"/>
              <a:t>Limitacije</a:t>
            </a:r>
            <a:r>
              <a:rPr lang="sl-SI" dirty="0"/>
              <a:t>: </a:t>
            </a:r>
            <a:r>
              <a:rPr lang="sl-SI" dirty="0" err="1"/>
              <a:t>chat</a:t>
            </a:r>
            <a:r>
              <a:rPr lang="sl-SI" dirty="0"/>
              <a:t> na 40s</a:t>
            </a:r>
          </a:p>
          <a:p>
            <a:r>
              <a:rPr lang="sl-SI" dirty="0"/>
              <a:t>Fine </a:t>
            </a:r>
            <a:r>
              <a:rPr lang="sl-SI" dirty="0" err="1"/>
              <a:t>tuning</a:t>
            </a:r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79633F3C-9274-016A-F110-5CDA80B5A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613" y="1327150"/>
            <a:ext cx="5632174" cy="2788776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FC025F48-0640-C5C7-D4EF-E8465DE0E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48" y="4561032"/>
            <a:ext cx="3708875" cy="2156081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2D81806A-E4D6-938D-4E29-5AEB58D36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50" y="4311650"/>
            <a:ext cx="4751956" cy="231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80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aelektrena sejna soba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TM02900722[[fn=Ionska sejna soba]]</Template>
  <TotalTime>1077</TotalTime>
  <Words>132</Words>
  <Application>Microsoft Office PowerPoint</Application>
  <PresentationFormat>Širokozaslonsko</PresentationFormat>
  <Paragraphs>33</Paragraphs>
  <Slides>5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Naelektrena sejna soba</vt:lpstr>
      <vt:lpstr>PrešerenAI</vt:lpstr>
      <vt:lpstr>Ideja in alternative za izvedbo</vt:lpstr>
      <vt:lpstr>API modeli</vt:lpstr>
      <vt:lpstr>Hugging Face - Gradio </vt:lpstr>
      <vt:lpstr>OpenAI/MS Azure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PrešerenAI</dc:title>
  <dc:creator>Matej Soršek</dc:creator>
  <cp:lastModifiedBy>Soršek, Matej</cp:lastModifiedBy>
  <cp:revision>15</cp:revision>
  <dcterms:created xsi:type="dcterms:W3CDTF">2024-10-28T18:51:06Z</dcterms:created>
  <dcterms:modified xsi:type="dcterms:W3CDTF">2024-11-03T21:26:18Z</dcterms:modified>
</cp:coreProperties>
</file>